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2"/>
    <p:restoredTop sz="94752"/>
  </p:normalViewPr>
  <p:slideViewPr>
    <p:cSldViewPr snapToGrid="0">
      <p:cViewPr varScale="1">
        <p:scale>
          <a:sx n="111" d="100"/>
          <a:sy n="111" d="100"/>
        </p:scale>
        <p:origin x="13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9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7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3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3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4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9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1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9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EA1CD-FF2A-6543-A40D-FC295535AD6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002A9-B551-5E4C-B08A-DE24BB6BE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7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98B4-2B18-5B5C-9C2D-2C3CA78A7B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3CF76-69E7-F4F4-6998-7BE2A714D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9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25FF905-081C-5B67-DC83-99037DA54B0A}"/>
              </a:ext>
            </a:extLst>
          </p:cNvPr>
          <p:cNvGrpSpPr/>
          <p:nvPr/>
        </p:nvGrpSpPr>
        <p:grpSpPr>
          <a:xfrm>
            <a:off x="0" y="104172"/>
            <a:ext cx="9103007" cy="6616502"/>
            <a:chOff x="0" y="104172"/>
            <a:chExt cx="9103007" cy="661650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8FC4DE-3B89-3E95-83C7-B18AFF41C6A5}"/>
                </a:ext>
              </a:extLst>
            </p:cNvPr>
            <p:cNvGrpSpPr/>
            <p:nvPr/>
          </p:nvGrpSpPr>
          <p:grpSpPr>
            <a:xfrm>
              <a:off x="0" y="104172"/>
              <a:ext cx="9103007" cy="6616502"/>
              <a:chOff x="0" y="104172"/>
              <a:chExt cx="9103007" cy="661650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C9762AF-7B7E-7EB6-285B-26EAA8073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084"/>
              <a:stretch>
                <a:fillRect/>
              </a:stretch>
            </p:blipFill>
            <p:spPr>
              <a:xfrm>
                <a:off x="4077492" y="104172"/>
                <a:ext cx="5025515" cy="2592729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5414416-FF84-F271-580F-373AA7EBF5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5383" b="16191"/>
              <a:stretch>
                <a:fillRect/>
              </a:stretch>
            </p:blipFill>
            <p:spPr>
              <a:xfrm>
                <a:off x="5120144" y="2696901"/>
                <a:ext cx="2940212" cy="4023773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C342A2-4811-3540-0AA1-750ABE840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658" r="8917"/>
              <a:stretch>
                <a:fillRect/>
              </a:stretch>
            </p:blipFill>
            <p:spPr>
              <a:xfrm>
                <a:off x="0" y="764444"/>
                <a:ext cx="4115553" cy="4993134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E2E8A-291E-D842-DAD8-EF3C9D5DFF50}"/>
                </a:ext>
              </a:extLst>
            </p:cNvPr>
            <p:cNvSpPr txBox="1"/>
            <p:nvPr/>
          </p:nvSpPr>
          <p:spPr>
            <a:xfrm>
              <a:off x="4473615" y="2071868"/>
              <a:ext cx="196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945E3F8-66D0-8712-20D3-A9BFE9916FFB}"/>
                </a:ext>
              </a:extLst>
            </p:cNvPr>
            <p:cNvSpPr txBox="1"/>
            <p:nvPr/>
          </p:nvSpPr>
          <p:spPr>
            <a:xfrm>
              <a:off x="5540415" y="6055488"/>
              <a:ext cx="196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996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</TotalTime>
  <Words>2</Words>
  <Application>Microsoft Macintosh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Melica</dc:creator>
  <cp:lastModifiedBy>Valentina Melica</cp:lastModifiedBy>
  <cp:revision>1</cp:revision>
  <dcterms:created xsi:type="dcterms:W3CDTF">2026-05-29T14:54:20Z</dcterms:created>
  <dcterms:modified xsi:type="dcterms:W3CDTF">2026-05-29T18:00:42Z</dcterms:modified>
</cp:coreProperties>
</file>